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MRPL Equipment Integrity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Unit 04 Slurry Pump Mechanical Reliability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